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5EF90-455A-CE1D-DCD4-56AD9DDDD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9E885F-A855-E8FC-229F-9D80D8200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F4861-D64D-BF96-4B28-6B5DB49E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35ED-31DE-40BB-9F49-916A70ECA00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C5267-2A6F-2FBD-B23A-B3FD9B5B8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1E009-2B91-D269-840D-5BA8FB5C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34C9-4BD6-4DA0-8CD1-DCC65AF61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93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E0E6-8236-9343-768D-5E8278479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DE478-91FF-8763-CADC-1322779A8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13D24-B141-81B0-7138-07E2F601D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35ED-31DE-40BB-9F49-916A70ECA00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93553-33C3-8AAA-262A-12885DC5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883FC-8C30-031C-C967-1EF64E612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34C9-4BD6-4DA0-8CD1-DCC65AF61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94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BBB65-5241-74FD-7421-BF91BA7C6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4D4C5-8DB8-300A-1607-BAC3EBEB7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15F2-6C6E-44D0-FCD8-E3E8A9F3F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35ED-31DE-40BB-9F49-916A70ECA00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75ECC-771D-7136-B35D-4EF3B43F4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B5CB0-8FFD-B30F-CE35-9F2513D2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34C9-4BD6-4DA0-8CD1-DCC65AF61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494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BD06-2D4F-80CF-DC9E-64A05225A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7CA40-4825-E480-F9DB-44B084189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10EDF-B77D-D20A-1D7D-EC6A22F98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B4EC4-901E-AC2B-B32A-38FF361B4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35ED-31DE-40BB-9F49-916A70ECA00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6F929-276D-7899-8447-BC8D95332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54442-6FA7-7B97-E4DF-020DEDB7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34C9-4BD6-4DA0-8CD1-DCC65AF61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07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2E4B-EF5C-FE09-C26E-6CE91B834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FF844-E7E2-6D64-2295-4579F3BFF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EA688-21FB-6016-D0AB-B1A290B76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BFF983-4441-EBF0-0D4F-9A658ECE0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D770C0-BED1-A13A-437E-3321CC36F6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3C8C5F-2D07-85F5-ADFF-6BBB3765A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35ED-31DE-40BB-9F49-916A70ECA00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F94AF-5D96-B4B0-4C01-B85C70707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53FCA-FF48-8B7A-52B6-0E3E9301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34C9-4BD6-4DA0-8CD1-DCC65AF61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6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63EA9-FDBB-6760-F183-90E937D7D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941768-296B-2F6A-B6F8-0410AAE5C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35ED-31DE-40BB-9F49-916A70ECA00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E5DEB6-EC11-AE61-4595-58BEB4A0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F42B6-2314-6A14-FAC4-F1D4F3B21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34C9-4BD6-4DA0-8CD1-DCC65AF61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42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037310-4FC1-5164-E5AC-A8199C09B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35ED-31DE-40BB-9F49-916A70ECA00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8981B7-4492-9437-DA89-1F524528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ED9CB-4D9D-39EC-3494-4C72F5831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34C9-4BD6-4DA0-8CD1-DCC65AF61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13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50121-BD16-5DBF-60DC-E0F081AE5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1F1A4-2CD4-EA71-A245-335F0EBA9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EEF80-FD1B-C8DE-003A-6CCC6C7C3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3C4D8-EA54-A976-FCF3-C96876821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35ED-31DE-40BB-9F49-916A70ECA00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80C42-1C6A-1EA0-9111-913656210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A8BA15-560B-3877-53A5-38764A6F4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34C9-4BD6-4DA0-8CD1-DCC65AF61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3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41F45-8F8A-00BA-5BCE-26FBF5CD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977D60-4331-E6E6-5652-486914019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D62E8-4443-404F-5DA5-EE4CCD494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CCB11-D2A2-9290-9822-9704E8F6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35ED-31DE-40BB-9F49-916A70ECA00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42D1A-6174-B4D7-4187-EA9E79DB8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7B063-E2B6-A1F7-1F6D-368079D9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34C9-4BD6-4DA0-8CD1-DCC65AF61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765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1781E-5A4F-F4EF-FA7B-CE66719CE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72A763-B209-9D2E-3D05-1B91A7F05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97F02-50EF-B82C-515C-698276ECC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35ED-31DE-40BB-9F49-916A70ECA00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58AF1-489D-39F6-49A6-2CE6AF279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DF008-6240-BAF1-DF47-CB6E9EDE2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34C9-4BD6-4DA0-8CD1-DCC65AF61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0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6695EE-BCF1-2A94-E2F5-282EDC426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D2F0B-4830-0850-95FB-39327828F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46C3A-EDB7-24B6-1E92-79F2CF462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35ED-31DE-40BB-9F49-916A70ECA00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78FDF-11A0-DE1F-030F-5BEC0D8B8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9DE5C-3A37-91D8-FB86-B143FFD86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34C9-4BD6-4DA0-8CD1-DCC65AF61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28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8C03DD-2680-ED50-D932-98F64BF8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800CA-9860-C351-6154-9928879F9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723A5-3267-F90E-799C-3C560C253D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8035ED-31DE-40BB-9F49-916A70ECA00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1E315-9F3A-13DA-8935-9F063EF4C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F0F83-B256-8793-CE23-05A283F48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BC34C9-4BD6-4DA0-8CD1-DCC65AF61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932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22B3-6773-D62F-CA93-F01AA53E14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2D620-585F-8529-F185-8040030D18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4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861577-A290-ADCC-CE95-ABD239B7A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000"/>
              <a:t>Map from Google Map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51F46-522A-E03A-C5A5-6B5102BC4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Let’s take an example of this google map. </a:t>
            </a:r>
          </a:p>
          <a:p>
            <a:r>
              <a:rPr lang="en-US" sz="2200" dirty="0"/>
              <a:t>We are going to make intersections nodes and then the connection the edges.</a:t>
            </a:r>
          </a:p>
          <a:p>
            <a:r>
              <a:rPr lang="en-US" sz="2200" dirty="0"/>
              <a:t>Let’s see how we can do that.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79F00C-9B36-11A4-E51A-2B029343F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64996"/>
            <a:ext cx="6903720" cy="372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968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7DBCC-4C6B-0999-59EB-5E7EC3C68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dirty="0"/>
              <a:t>Nodes representation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6E9DA-D75E-4602-E2D3-B437916AA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This is how we can represent Nodes. </a:t>
            </a:r>
          </a:p>
          <a:p>
            <a:endParaRPr lang="en-US" sz="2200" dirty="0"/>
          </a:p>
        </p:txBody>
      </p:sp>
      <p:pic>
        <p:nvPicPr>
          <p:cNvPr id="5" name="Picture 4" descr="A map with blue dots&#10;&#10;AI-generated content may be incorrect.">
            <a:extLst>
              <a:ext uri="{FF2B5EF4-FFF2-40B4-BE49-F238E27FC236}">
                <a16:creationId xmlns:a16="http://schemas.microsoft.com/office/drawing/2014/main" id="{3D3762CA-9F65-3EA3-55C4-03689EEBB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504589"/>
            <a:ext cx="6903720" cy="384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156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1B8F7-F585-AE1D-336C-C51666B58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Both node and edge representation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9C366-3A39-4335-25E2-0AE8A99C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This is how we can represent a map into a graph. </a:t>
            </a:r>
          </a:p>
          <a:p>
            <a:r>
              <a:rPr lang="en-US" sz="2200"/>
              <a:t>Blue are nodes and red are edges.</a:t>
            </a:r>
          </a:p>
        </p:txBody>
      </p:sp>
      <p:pic>
        <p:nvPicPr>
          <p:cNvPr id="5" name="Picture 4" descr="A map with blue dots and red lines&#10;&#10;AI-generated content may be incorrect.">
            <a:extLst>
              <a:ext uri="{FF2B5EF4-FFF2-40B4-BE49-F238E27FC236}">
                <a16:creationId xmlns:a16="http://schemas.microsoft.com/office/drawing/2014/main" id="{BD8CAF80-AC61-7336-FB92-D58332624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504589"/>
            <a:ext cx="6903720" cy="384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788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7028ED-2742-2C67-30F4-D31FB24EF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How can we represent this in code?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2B47F-936A-B495-0C05-230CAF77D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There are two ways: making an adjacency matrix or making an adjacency list.</a:t>
            </a:r>
          </a:p>
          <a:p>
            <a:r>
              <a:rPr lang="en-US" sz="2200" dirty="0"/>
              <a:t>We are using adjacency list to store our graph.</a:t>
            </a:r>
          </a:p>
          <a:p>
            <a:r>
              <a:rPr lang="en-US" sz="2200" dirty="0"/>
              <a:t>This is JSON format so its not technically a graph just data.</a:t>
            </a:r>
          </a:p>
        </p:txBody>
      </p:sp>
      <p:pic>
        <p:nvPicPr>
          <p:cNvPr id="5" name="Picture 4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D1562CD6-C28F-3231-8D82-D8A2E543C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909143"/>
            <a:ext cx="6903720" cy="503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607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116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Map from Google Map</vt:lpstr>
      <vt:lpstr>Nodes representation</vt:lpstr>
      <vt:lpstr>Both node and edge representation</vt:lpstr>
      <vt:lpstr>How can we represent this in code?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19801</dc:creator>
  <cp:lastModifiedBy>19801</cp:lastModifiedBy>
  <cp:revision>1</cp:revision>
  <dcterms:created xsi:type="dcterms:W3CDTF">2025-04-17T18:09:58Z</dcterms:created>
  <dcterms:modified xsi:type="dcterms:W3CDTF">2025-04-17T23:08:54Z</dcterms:modified>
</cp:coreProperties>
</file>